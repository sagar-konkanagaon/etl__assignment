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0560" y="2621280"/>
            <a:ext cx="3657600" cy="85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365760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962400" y="1036320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64736" y="1036320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1440" y="130454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962400" y="1548384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4736" y="1548384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1440" y="1816608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962400" y="206044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736" y="206044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01440" y="2328672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962400" y="2572512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4736" y="2572512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01440" y="2840736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962400" y="3084576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4736" y="3084576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01440" y="3352800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962400" y="359663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736" y="359663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1440" y="386486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6583680" cy="4267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280160"/>
            <a:ext cx="6766560" cy="731520"/>
          </a:xfrm>
          <a:prstGeom prst="rect">
            <a:avLst/>
          </a:prstGeom>
          <a:solidFill>
            <a:srgbClr val="EDE7F6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28928"/>
            <a:ext cx="6400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82496"/>
            <a:ext cx="6400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296" y="2170176"/>
            <a:ext cx="6583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Delivery Tracks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474974"/>
            <a:ext cx="6461760" cy="1402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• Equipment (Team A &amp; B)</a:t>
            </a:r>
          </a:p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• DMC / MDP</a:t>
            </a:r>
          </a:p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• S&amp;C Contracting (Teams 1 &amp; 2)</a:t>
            </a:r>
          </a:p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• WorkSight – TSA, WorkPackage, Jobs CoJo, Documents, Service</a:t>
            </a:r>
          </a:p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• Other Projects – TDA (Trane Design Assist)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3424" y="914400"/>
            <a:ext cx="41452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3424" y="1292352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9728" y="131673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68000" y="131673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3424" y="165811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29728" y="168249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68000" y="168249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3424" y="2023872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9728" y="204825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04825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3424" y="238963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29728" y="241401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68000" y="241401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424" y="2755390"/>
            <a:ext cx="4145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29728" y="2779774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2779774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3424" y="3121152"/>
            <a:ext cx="4145280" cy="329184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29728" y="3145536"/>
            <a:ext cx="2316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68000" y="3145536"/>
            <a:ext cx="6705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29" name="Picture 2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09600"/>
            <a:ext cx="97536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8160" y="1097280"/>
            <a:ext cx="3535680" cy="341376"/>
          </a:xfrm>
          <a:prstGeom prst="rect">
            <a:avLst/>
          </a:prstGeom>
          <a:solidFill>
            <a:srgbClr val="4A148C"/>
          </a:solidFill>
          <a:ln w="635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1889760"/>
            <a:ext cx="1524000" cy="46329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0" y="1889760"/>
            <a:ext cx="48768" cy="4632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94688" y="1901952"/>
            <a:ext cx="14630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WorkSight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4688" y="2133600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4688" y="2304288"/>
            <a:ext cx="1463040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17280" y="1889760"/>
            <a:ext cx="1524000" cy="46329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17280" y="1889760"/>
            <a:ext cx="48768" cy="4632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6048" y="1901952"/>
            <a:ext cx="14630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66048" y="2133600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6048" y="2304288"/>
            <a:ext cx="1463040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/ Dev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1438656"/>
            <a:ext cx="0" cy="243840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4016" y="1682496"/>
            <a:ext cx="7071360" cy="0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14016" y="1682496"/>
            <a:ext cx="0" cy="207264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85376" y="1682496"/>
            <a:ext cx="0" cy="207264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6720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720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6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Trane</a:t>
            </a:r>
          </a:p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Select Assist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6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6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Functional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(Trane)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PO – Drew 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53184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53184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1952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Equipment</a:t>
            </a:r>
          </a:p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(R12)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Brinda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Func/R12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– Oracle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PO – Cami 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79648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9648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28416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28416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8416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Func/Auto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– TL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PO – Brian B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Scrum – Sneha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6112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6112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Jobs &amp;</a:t>
            </a:r>
          </a:p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CoJo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Functional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– Srikanth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Scrum – Ajay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32574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2574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2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r>
              <a:rPr sz="800">
                <a:latin typeface="Aptos"/>
              </a:rPr>
              <a:t>Contracting (Tax)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2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Vignesh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81342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Func/Auto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Perf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– T1&amp;2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Tax Team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59038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59038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07806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Work</a:t>
            </a:r>
          </a:p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Package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07806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7806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Team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PO – Kristen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85502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85502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34270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Documents</a:t>
            </a:r>
          </a:p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(DocGen)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34270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34270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– Func/Perf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Dev – Chandana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PO – Angela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Architect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11966" y="2926080"/>
            <a:ext cx="1243584" cy="1438656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411966" y="2926080"/>
            <a:ext cx="48768" cy="14386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60734" y="2938270"/>
            <a:ext cx="118262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0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60734" y="3169920"/>
            <a:ext cx="1182624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80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60734" y="3340608"/>
            <a:ext cx="1182624" cy="1011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QA / Scrum</a:t>
            </a:r>
          </a:p>
          <a:p>
            <a:pPr algn="ctr"/>
            <a:r>
              <a:rPr sz="800" b="0">
                <a:solidFill>
                  <a:srgbClr val="777777"/>
                </a:solidFill>
                <a:latin typeface="Aptos"/>
              </a:rPr>
              <a:t>Service Team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60" name="Picture 5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1193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1193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1193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1193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1193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6187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6187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6187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6187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6187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1180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1180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1180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1180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1180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6174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6174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6174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Saranya Manian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6174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Front End TL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6174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01168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01168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201168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Ukesh Kumar 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201168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Back End TL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201168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6161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6161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6161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Sowmya Yedduri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6161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(Invest.)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6161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51155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51155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51155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Akanksha Tiwari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51155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51155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6148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6148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6148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Aatish Bansal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6148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6148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301142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301142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301142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Abhijith Krishnan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301142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301142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6136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61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61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Nitis S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61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61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51129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511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511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511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511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3296" y="376123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3296" y="3761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4256" y="3761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33472" y="3761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84192" y="3761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3296" y="401116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3296" y="4011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" y="4011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33472" y="4011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84192" y="4011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296" y="426110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3296" y="4261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4256" y="4261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33472" y="4261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84192" y="4261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70713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60" y="101193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56960" y="101193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17920" y="101193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7136" y="101193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277856" y="101193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6960" y="124967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56960" y="124967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124967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7136" y="124967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277856" y="124967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60" y="148742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156960" y="148742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17920" y="148742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27136" y="148742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77856" y="148742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56960" y="172516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56960" y="172516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217920" y="172516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27136" y="172516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6" y="172516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56960" y="196291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56960" y="196291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196291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Sundararajan 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27136" y="196291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6" y="196291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56960" y="220065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56960" y="220065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17920" y="220065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Karim Mohammed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327136" y="220065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77856" y="220065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56960" y="243840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156960" y="243840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17920" y="243840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Arnab Chakroborty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27136" y="243840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Oracle TL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277856" y="243840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56960" y="267614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156960" y="267614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217920" y="267614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Chirantan Nandi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27136" y="267614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Oracle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77856" y="267614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56960" y="2913888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56960" y="291388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17920" y="291388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Rajvarma Naidu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27136" y="291388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77856" y="291388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156960" y="3151632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56960" y="315163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17920" y="315163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Jack Mullen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27136" y="315163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77856" y="315163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156960" y="3389376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156960" y="338937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217920" y="338937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327136" y="338937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7856" y="338937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156960" y="3627120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156960" y="362712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17920" y="362712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Deepak Chhabria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327136" y="362712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277856" y="362712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156960" y="3864864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156960" y="3864864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0" y="3864864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327136" y="3864864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277856" y="3864864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56960" y="4102608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56960" y="4102608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217920" y="4102608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327136" y="4102608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277856" y="4102608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156960" y="4340352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56960" y="4340352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17920" y="4340352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327136" y="4340352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277856" y="4340352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156960" y="4578096"/>
            <a:ext cx="55473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156960" y="4578096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4578096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327136" y="4578096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277856" y="4578096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156960" y="4815840"/>
            <a:ext cx="55473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156960" y="4815840"/>
            <a:ext cx="4267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217920" y="4815840"/>
            <a:ext cx="210921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327136" y="4815840"/>
            <a:ext cx="19507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277856" y="4815840"/>
            <a:ext cx="1389886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161" name="Picture 16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Irfan Khan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Tech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Vrushali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960" y="877824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56960" y="87782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87782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Kanika Gupta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7136" y="87782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77856" y="87782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6960" y="1158240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6960" y="115824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115824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Shivaraj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7136" y="115824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77856" y="115824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6960" y="1438656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56960" y="1438656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920" y="1438656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Brock Hansen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7136" y="1438656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277856" y="1438656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56960" y="1719072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56960" y="1719072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1719072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Ethan Wateski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7136" y="1719072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77856" y="1719072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56960" y="1999488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56960" y="1999488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1999488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7136" y="1999488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77856" y="1999488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2279904"/>
            <a:ext cx="5547360" cy="28041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2279904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2279904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2279904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2279904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2560320"/>
            <a:ext cx="5547360" cy="28041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2560320"/>
            <a:ext cx="42672" cy="28041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2560320"/>
            <a:ext cx="210921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2560320"/>
            <a:ext cx="19507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2560320"/>
            <a:ext cx="1389886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3296" y="323088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3296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3296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24256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3472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84192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3296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3296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24256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33472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84192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3296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3296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33472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84192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3296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3296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24256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633472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84192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3296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3296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4256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33472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84192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357225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357225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357225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357225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357225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81609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81609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81609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81609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81609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56960" y="405993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56960" y="405993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17920" y="405993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327136" y="405993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277856" y="405993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56960" y="4303776"/>
            <a:ext cx="5547360" cy="24384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56960" y="430377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17920" y="430377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327136" y="430377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77856" y="430377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547616"/>
            <a:ext cx="5547360" cy="24384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547616"/>
            <a:ext cx="42672" cy="2438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547616"/>
            <a:ext cx="210921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547616"/>
            <a:ext cx="19507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547616"/>
            <a:ext cx="1389886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125" name="Picture 12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112166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4256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4192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296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296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256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472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192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3296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3296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4256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3472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84192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296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3296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4256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84192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84192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296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296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4256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33472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84192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3296" y="347471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3296" y="347471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4256" y="347471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33472" y="347471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4192" y="347471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56960" y="975360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56960" y="97536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97536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7136" y="97536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277856" y="97536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56960" y="1225296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56960" y="122529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122529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7136" y="122529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77856" y="122529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56960" y="1475232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56960" y="147523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147523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7136" y="147523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7856" y="147523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56960" y="1725168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56960" y="172516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17920" y="172516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7136" y="172516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77856" y="172516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56960" y="1975104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56960" y="197510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197510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7136" y="197510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77856" y="197510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56960" y="2225040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56960" y="2225040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17920" y="2225040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27136" y="2225040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77856" y="2225040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56960" y="2474976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156960" y="2474976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17920" y="2474976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7136" y="2474976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6" y="2474976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6960" y="2724912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56960" y="2724912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217920" y="2724912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327136" y="2724912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6" y="2724912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56960" y="2974848"/>
            <a:ext cx="5547360" cy="2499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56960" y="2974848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7920" y="2974848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7136" y="2974848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6" y="2974848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56960" y="3224784"/>
            <a:ext cx="5547360" cy="2499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56960" y="3224784"/>
            <a:ext cx="42672" cy="2499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3224784"/>
            <a:ext cx="210921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327136" y="3224784"/>
            <a:ext cx="1950720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277856" y="3224784"/>
            <a:ext cx="1389886" cy="249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52800" y="46939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52800" y="499871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52800" y="499871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3760" y="499871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22974" y="499871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473694" y="499871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52800" y="52303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52800" y="52303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3760" y="52303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2974" y="52303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73694" y="52303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52800" y="546201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52800" y="546201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3760" y="546201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22974" y="546201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73694" y="546201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52800" y="56936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52800" y="56936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3760" y="56936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522974" y="56936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473694" y="56936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52800" y="592531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352800" y="592531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413760" y="592531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Kevin Efurd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22974" y="592531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473694" y="592531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352800" y="615696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52800" y="615696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413760" y="615696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Jessica Ly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522974" y="615696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473694" y="615696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41" name="Picture 14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56960" y="85344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56960" y="85344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85344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Hannah O'Connor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7136" y="85344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77856" y="85344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56960" y="107899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56960" y="107899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17920" y="107899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7136" y="107899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7856" y="107899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1304542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130454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130454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Prabakaran 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130454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Tech Lead · T2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130454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530096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530096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530096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John Jeyasingh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530096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Offshore Lead · T2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530096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755648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75564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75564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Rishad 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75564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75564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981200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98120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98120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Pratiksha Kalamkar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98120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98120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220675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220675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220675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Pradnya Khutwad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220675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220675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2432304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243230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243230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Dhanasekara 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243230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243230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657854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657854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657854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Praveen Ponnada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657854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657854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883408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883408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883408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Kirupa Selvam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883408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883408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108960"/>
            <a:ext cx="5547360" cy="2255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108960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108960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Keerthana 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108960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108960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3334512"/>
            <a:ext cx="5547360" cy="2255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3334512"/>
            <a:ext cx="42672" cy="2255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3334512"/>
            <a:ext cx="210921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Sowmya V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3334512"/>
            <a:ext cx="1950720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3334512"/>
            <a:ext cx="1389886" cy="2255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657600" y="5218176"/>
            <a:ext cx="4632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0" y="5510782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57600" y="551078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1856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364480" y="551078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010400" y="551078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657600" y="5730238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57600" y="5730238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71856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364480" y="5730238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10400" y="5730238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0" y="5949696"/>
            <a:ext cx="463296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7600" y="5949696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1856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364480" y="5949696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10400" y="5949696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657600" y="6169152"/>
            <a:ext cx="463296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57600" y="6169152"/>
            <a:ext cx="4267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71856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64480" y="6169152"/>
            <a:ext cx="1645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010400" y="6169152"/>
            <a:ext cx="12192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145" name="Picture 14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3296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256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3472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4192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4256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4192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296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256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4192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296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296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256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4192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296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296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4256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3472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4192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4256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3472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84192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296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296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256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33472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84192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3296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3296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4256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84192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296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3296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4256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84192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84192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296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3296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256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Venkat 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33472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84192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3296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3296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4256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Bharathi 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633472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84192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3296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3296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4256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Karthik 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33472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84192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3296" y="384048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3296" y="38404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" y="38404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Rishabh Soti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33472" y="38404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84192" y="38404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56960" y="82905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56960" y="82905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82905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Vinay Thorat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7136" y="82905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277856" y="82905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56960" y="106070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56960" y="106070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17920" y="106070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Manoj J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7136" y="106070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77856" y="106070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56960" y="129235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56960" y="129235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17920" y="129235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Kalyan Paladugu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7136" y="129235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277856" y="129235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56960" y="152400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56960" y="152400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17920" y="152400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Yamuna 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27136" y="152400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77856" y="152400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156960" y="175564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56960" y="175564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175564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Chinna B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7136" y="175564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6" y="175564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198729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198729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198729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Siva Chilamakuri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198729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198729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22189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22189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22189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Sourabh B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22189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22189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24505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24505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24505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Rohan Kollipara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24505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24505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26822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26822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26822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Raghu Maity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26822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26822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29138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156960" y="29138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17920" y="29138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Satheesh Kutuva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7136" y="29138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277856" y="29138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156960" y="314553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156960" y="314553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17920" y="314553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Soumen Ghosh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27136" y="314553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277856" y="314553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156960" y="337718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56960" y="33771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33771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Santhosh 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327136" y="33771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77856" y="33771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56960" y="360883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156960" y="36088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36088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Sharanappa 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327136" y="36088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277856" y="36088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4256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33472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4192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96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96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256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4192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296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3296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256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4192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3296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256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84192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25552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296" y="252374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296" y="252374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4256" y="252374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33472" y="252374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84192" y="252374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296" y="275539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296" y="275539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56" y="275539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33472" y="275539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84192" y="275539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3296" y="298704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3296" y="298704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4256" y="298704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Sagar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298704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84192" y="298704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321868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321868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4256" y="321868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33472" y="321868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84192" y="321868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296" y="3718560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3296" y="3986784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63296" y="398678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4256" y="398678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3472" y="398678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84192" y="398678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3296" y="4218432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296" y="421843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4256" y="421843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33472" y="421843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84192" y="421843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44500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44500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" y="44500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33472" y="44500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84192" y="44500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3296" y="46817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3296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24256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33472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84192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6960" y="82905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60" y="109728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56960" y="109728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109728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7136" y="109728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7856" y="109728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56960" y="132892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56960" y="13289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17920" y="13289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7136" y="13289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77856" y="13289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60" y="156057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56960" y="15605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15605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Ajay Shankar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7136" y="15605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77856" y="15605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56960" y="179222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56960" y="179222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17920" y="179222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Shrideepa Sharath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7136" y="179222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77856" y="179222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60" y="2023872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56960" y="2023872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2023872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27136" y="2023872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6" y="2023872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56960" y="2255520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56960" y="22555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17920" y="22555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27136" y="22555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6" y="22555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56960" y="2901696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56960" y="3169920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156960" y="3169920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3169920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327136" y="3169920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6" y="3169920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56960" y="3401568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56960" y="340156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217920" y="340156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7136" y="340156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277856" y="340156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6960" y="3633216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56960" y="363321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17920" y="363321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7136" y="363321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77856" y="363321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56960" y="3864864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56960" y="3864864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3864864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7136" y="3864864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277856" y="3864864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56960" y="4413504"/>
            <a:ext cx="55473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Service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56960" y="4681728"/>
            <a:ext cx="5547360" cy="23164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56960" y="4681728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217920" y="4681728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27136" y="4681728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277856" y="4681728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56960" y="4913376"/>
            <a:ext cx="5547360" cy="23164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56960" y="4913376"/>
            <a:ext cx="42672" cy="23164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217920" y="4913376"/>
            <a:ext cx="210921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27136" y="4913376"/>
            <a:ext cx="195072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7856" y="4913376"/>
            <a:ext cx="138988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30" name="Picture 12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10972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377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008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008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4425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56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56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377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5008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425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056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056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29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377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8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008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425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056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056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57302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9997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96" y="9997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997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9997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296" y="136550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3296" y="13655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655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8400" y="13655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3296" y="17312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296" y="17312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7312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312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296" y="209702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3296" y="209702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09702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38400" y="209702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246278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246278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46278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Jira Access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38400" y="246278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282854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28285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8285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38400" y="28285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3194302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319430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19430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38400" y="319430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356006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35600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5600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8400" y="35600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392582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39258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258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TOSCA License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8400" y="39258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4291582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4291582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291582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TOSCA Access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8400" y="4291582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3296" y="465734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3296" y="465734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65734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38400" y="465734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296" y="502310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3296" y="502310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02310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Jenkins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38400" y="502310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build.webtopss.com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3296" y="5388864"/>
            <a:ext cx="5730240" cy="2926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3296" y="538886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38886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38400" y="538886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296" y="5754624"/>
            <a:ext cx="5730240" cy="2926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3296" y="5754624"/>
            <a:ext cx="4267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754624"/>
            <a:ext cx="176784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MDP/DMC URLs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38400" y="5754624"/>
            <a:ext cx="3535680" cy="268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61760" y="670560"/>
            <a:ext cx="52425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61760" y="999744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61760" y="12801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61760" y="12801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34912" y="12801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9040" y="12801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61760" y="15361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61760" y="15361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534912" y="15361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59040" y="15361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1760" y="17922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61760" y="17922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34912" y="17922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59040" y="17922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61760" y="2048256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61760" y="232867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61760" y="232867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534912" y="232867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59040" y="232867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61760" y="258470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1760" y="258470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34912" y="258470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59040" y="258470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61760" y="284073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61760" y="284073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534912" y="284073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9040" y="284073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61760" y="3096768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61760" y="337718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461760" y="337718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534912" y="337718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559040" y="337718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61760" y="363321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61760" y="363321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534912" y="363321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559040" y="363321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61760" y="388924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61760" y="388924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34912" y="388924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9040" y="388924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61760" y="4145280"/>
            <a:ext cx="524256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61760" y="4425696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461760" y="4425696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34912" y="4425696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59040" y="4425696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61760" y="4681728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61760" y="4681728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34912" y="4681728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59040" y="4681728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61760" y="4937760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1760" y="4937760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34912" y="4937760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59040" y="4937760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61760" y="5193792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461760" y="5193792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34912" y="5193792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59040" y="5193792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61760" y="5449824"/>
            <a:ext cx="5242560" cy="25603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461760" y="5449824"/>
            <a:ext cx="4267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34912" y="5449824"/>
            <a:ext cx="950976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59040" y="5449824"/>
            <a:ext cx="39624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22" name="Picture 1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70560"/>
            <a:ext cx="390144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3632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03632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280160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9342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609342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5318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82368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82368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426208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55390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55390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2999232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28416"/>
            <a:ext cx="268224" cy="268224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328416"/>
            <a:ext cx="35356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72256"/>
            <a:ext cx="353568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296" y="4084320"/>
            <a:ext cx="438912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296" y="4389120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296" y="438912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3600" y="438912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296" y="4681728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296" y="4681728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681728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33600" y="4681728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3296" y="4974336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3296" y="4974336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974336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3600" y="4974336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296" y="5266944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3296" y="5266944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5266944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3296" y="5559552"/>
            <a:ext cx="4572000" cy="2682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3296" y="5559552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559552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3600" y="5559552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296" y="5852160"/>
            <a:ext cx="4572000" cy="26822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296" y="5852160"/>
            <a:ext cx="42672" cy="2682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852160"/>
            <a:ext cx="15240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33600" y="5852160"/>
            <a:ext cx="2743200" cy="231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42560" y="670560"/>
            <a:ext cx="310896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2560" y="99974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42560" y="99974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315712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99974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42560" y="1438656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42560" y="143865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15712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66560" y="143865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42560" y="187756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42560" y="187756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15712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66560" y="187756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42560" y="231648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42560" y="231648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15712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231648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42560" y="2755390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42560" y="275539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15712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275539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42560" y="3194302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42560" y="3194302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5712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3194302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42560" y="3633216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42560" y="3633216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5712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3633216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42560" y="4072128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42560" y="407212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15712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407212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42560" y="4511038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242560" y="4511038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15712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4511038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42560" y="4949950"/>
            <a:ext cx="3108960" cy="36576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242560" y="4949950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315712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949950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42560" y="5388864"/>
            <a:ext cx="3108960" cy="36576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2560" y="5388864"/>
            <a:ext cx="42672" cy="36576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15712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766560" y="5388864"/>
            <a:ext cx="1402080" cy="3169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78240" y="670560"/>
            <a:ext cx="2926080" cy="243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778240" y="99974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78240" y="99974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51392" y="99974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48672" y="99974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137769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78240" y="137769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851392" y="137769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Contracting T1 &amp;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48672" y="137769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78240" y="1755648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778240" y="175564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851392" y="175564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948672" y="175564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778240" y="2133600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78240" y="213360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51392" y="213360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948672" y="213360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778240" y="2511552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778240" y="251155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851392" y="251155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948672" y="251155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78240" y="2889504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778240" y="288950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851392" y="288950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948672" y="288950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Brinda 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778240" y="326745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78240" y="326745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851392" y="326745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948672" y="326745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778240" y="3645408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778240" y="3645408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851392" y="3645408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948672" y="3645408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023360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78240" y="4023360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1392" y="4023360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48672" y="4023360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778240" y="4401312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778240" y="4401312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851392" y="4401312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948672" y="4401312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778240" y="4779264"/>
            <a:ext cx="2926080" cy="3169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778240" y="4779264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851392" y="4779264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948672" y="4779264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78240" y="5157216"/>
            <a:ext cx="2926080" cy="3169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778240" y="5157216"/>
            <a:ext cx="42672" cy="316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851392" y="5157216"/>
            <a:ext cx="103632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948672" y="5157216"/>
            <a:ext cx="1524000" cy="2804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9200" y="2682240"/>
            <a:ext cx="3901440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22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