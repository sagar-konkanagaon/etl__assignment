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0560" y="2621280"/>
            <a:ext cx="3657600" cy="85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365760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962400" y="1036320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64736" y="1036320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1440" y="130454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962400" y="1548384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4736" y="1548384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1440" y="1816608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962400" y="206044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736" y="206044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01440" y="2328672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962400" y="2572512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4736" y="2572512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01440" y="2840736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962400" y="3084576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4736" y="3084576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01440" y="3352800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962400" y="359663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736" y="359663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1440" y="386486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37744"/>
            <a:ext cx="539496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49808"/>
            <a:ext cx="630936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34440"/>
            <a:ext cx="6812280" cy="749808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234440"/>
            <a:ext cx="91440" cy="74980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32918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4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00784"/>
            <a:ext cx="6126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54112" y="768096"/>
            <a:ext cx="39319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124712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82127" y="116128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63072" y="116128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490472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152704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63072" y="152704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85623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82127" y="189280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63072" y="189280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22199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82127" y="225856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63072" y="225856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58775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82127" y="262432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63072" y="262432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295351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82127" y="299008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63072" y="299008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86000"/>
            <a:ext cx="29718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Delivery Tracks Worksight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578608"/>
            <a:ext cx="5806440" cy="16642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9144" bIns="9144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Jobs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DMC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TSA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COJO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Workpackage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Documents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Equipment(Team A and B)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Service and Contracting(Team 1 and 2)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MDP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754880"/>
            <a:ext cx="38404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TDA(Trane Design Assist)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3796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640080"/>
            <a:ext cx="10515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51960" y="960120"/>
            <a:ext cx="3657600" cy="384048"/>
          </a:xfrm>
          <a:prstGeom prst="rect">
            <a:avLst/>
          </a:prstGeom>
          <a:solidFill>
            <a:srgbClr val="4A148C"/>
          </a:solidFill>
          <a:ln w="889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7269480" cy="384048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300" b="1">
                <a:solidFill>
                  <a:srgbClr val="4A148C"/>
                </a:solidFill>
                <a:latin typeface="Aptos"/>
              </a:rPr>
              <a:t>WorkSight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1737360"/>
            <a:ext cx="2514600" cy="384048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300" b="1">
                <a:solidFill>
                  <a:srgbClr val="4A148C"/>
                </a:solidFill>
                <a:latin typeface="Aptos"/>
              </a:rPr>
              <a:t>TDA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1344168"/>
            <a:ext cx="0" cy="192024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97480" y="1536192"/>
            <a:ext cx="7470648" cy="0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697480" y="1536192"/>
            <a:ext cx="0" cy="201168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168128" y="1536192"/>
            <a:ext cx="0" cy="201168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57200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32304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Brinda S/Harikrishnan,</a:t>
            </a:r>
          </a:p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Aiswarya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1104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1104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256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4256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3056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3056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Contracting Team 1 &amp; 2</a:t>
            </a:r>
          </a:p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(Tax)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Vignesh S/Preethi</a:t>
            </a:r>
          </a:p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Khajji/Srinivasa 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59152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32304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2304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1104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61104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4256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Documents (DocGen)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34256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606040"/>
            <a:ext cx="2788920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520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05672" y="2660904"/>
            <a:ext cx="2679191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Trane Design Assist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5672" y="2971800"/>
            <a:ext cx="2679191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6236208" y="4032504"/>
            <a:ext cx="1554480" cy="96012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36208" y="4032504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09360" y="4087368"/>
            <a:ext cx="1444752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398264"/>
            <a:ext cx="1444752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0584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00584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100584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5331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35331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35331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0078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70078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70078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70078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70078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04825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04825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204825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204825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04825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95728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95728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395728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2395728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2" y="2395728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743200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7432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7432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27432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27432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090672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0906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30906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30906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16552" y="30906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6858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1005840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100584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1005840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39912" y="100584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14432" y="1005840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1316736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55080" y="131673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28232" y="1316736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39912" y="131673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14432" y="1316736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627632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62763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28232" y="1627632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9912" y="162763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14432" y="1627632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1938528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93852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28232" y="1938528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39912" y="193852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14432" y="1938528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249424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224942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28232" y="2249424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39912" y="224942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14432" y="2249424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2560320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55080" y="256032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28232" y="2560320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39912" y="256032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14432" y="2560320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2871216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355080" y="287121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28232" y="2871216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9912" y="287121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14432" y="2871216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3182112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55080" y="318211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28232" y="3182112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439912" y="318211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14432" y="3182112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493008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55080" y="349300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28232" y="3493008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39912" y="349300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14432" y="3493008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55080" y="3803904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80390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428232" y="3803904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39912" y="380390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314432" y="3803904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9144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9144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9144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2618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2618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2618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0934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0934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60934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60934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60934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5681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95681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95681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95681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95681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91440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9144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8232" y="9144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9912" y="9144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14432" y="9144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26187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12618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8232" y="12618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39912" y="12618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14432" y="12618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160934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160934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160934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9912" y="160934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14432" y="160934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95681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195681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195681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39912" y="195681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R12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14432" y="195681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017520"/>
            <a:ext cx="10972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364992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36499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" y="3364992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42032" y="336499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6552" y="3364992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694176"/>
            <a:ext cx="5440680" cy="32918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694176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0352" y="3694176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42032" y="3694176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16552" y="3694176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023360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4023360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0352" y="4023360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42032" y="4023360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6552" y="4023360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352544"/>
            <a:ext cx="5440680" cy="32918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4352544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0352" y="4352544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42032" y="4352544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16552" y="4352544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681728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681728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0352" y="4681728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42032" y="4681728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16552" y="4681728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0972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96012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96012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25296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22529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22529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90472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49047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49047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755648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75564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175564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020824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02082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2" y="202082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286000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28600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228600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551176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255117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16552" y="255117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816352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" y="281635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4203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6552" y="281635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081528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" y="308152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4203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6552" y="308152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346704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0352" y="334670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4203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16552" y="334670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61188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361188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0352" y="361188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42032" y="361188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6552" y="361188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96012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28232" y="96012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991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14432" y="96012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1225296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28232" y="122529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3991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14432" y="122529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55080" y="1490472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5508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28232" y="149047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3991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314432" y="149047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1755648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28232" y="175564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3991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14432" y="175564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5080" y="2020824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5508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28232" y="202082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3991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314432" y="202082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2286000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5508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428232" y="228600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3991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14432" y="228600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55080" y="2551176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28232" y="255117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3991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14432" y="255117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816352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28232" y="281635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43991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14432" y="281635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3081528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5508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28232" y="308152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3991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314432" y="308152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55080" y="3346704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35508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28232" y="334670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43991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314432" y="334670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37560" y="45720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37560" y="4864608"/>
            <a:ext cx="5440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37560" y="486460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0712" y="486460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22392" y="486460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96912" y="486460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37560" y="5138928"/>
            <a:ext cx="5440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37560" y="513892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0712" y="513892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22392" y="513892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296912" y="513892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37560" y="5413248"/>
            <a:ext cx="5440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37560" y="54132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0712" y="541324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22392" y="541324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296912" y="541324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37560" y="5687568"/>
            <a:ext cx="5440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37560" y="56875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0712" y="568756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422392" y="56875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296912" y="568756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8686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8686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8686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1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1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18871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18871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18871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50876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50876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50876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50876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2879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2879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82879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82879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2879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48839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14883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14883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42032" y="214883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6552" y="214883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468880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4688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0352" y="24688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42032" y="24688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6552" y="24688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78892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278892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0352" y="278892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42032" y="278892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6552" y="278892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86868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8686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8686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39912" y="8686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14432" y="8686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118871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118871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118871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OConnor, Andrew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39912" y="118871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14432" y="118871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150876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150876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28232" y="150876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39912" y="150876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14432" y="150876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182879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182879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28232" y="182879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39912" y="182879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14432" y="182879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148839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214883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28232" y="214883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39912" y="214883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14432" y="214883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55080" y="2468880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24688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28232" y="24688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9912" y="24688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14432" y="24688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86200" y="4389120"/>
            <a:ext cx="43891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886200" y="4681728"/>
            <a:ext cx="43891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886200" y="468172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59352" y="4681728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68112" y="4681728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76872" y="4681728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86200" y="4974336"/>
            <a:ext cx="43891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86200" y="497433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59352" y="4974336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4974336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76872" y="4974336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5266944"/>
            <a:ext cx="43891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86200" y="526694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59352" y="5266944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68112" y="5266944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76872" y="5266944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86200" y="5559552"/>
            <a:ext cx="43891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886200" y="55595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59352" y="5559552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68112" y="5559552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76872" y="5559552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105156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105156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99031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99031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399031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399031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399031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4650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4650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74650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74650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74650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9397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9397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209397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209397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209397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41448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441448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441448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42032" y="2441448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6552" y="2441448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984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6984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6984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06984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106984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5331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35331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35331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3677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3677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63677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63677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63677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20239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9202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9202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19202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19202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24327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24327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" y="2624327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2032" y="2624327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6552" y="2624327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07791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907791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" y="2907791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42032" y="2907791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16552" y="2907791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19125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19125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0352" y="319125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Sandhyarani Mothukuri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2032" y="319125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16552" y="319125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47472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47472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0352" y="347472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42032" y="347472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6552" y="347472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8862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17880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17880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0352" y="417880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42032" y="417880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16552" y="417880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46227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446227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0352" y="446227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42032" y="446227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16552" y="446227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74573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474573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" y="474573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42032" y="474573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16552" y="474573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02920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502920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0352" y="502920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42032" y="502920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16552" y="502920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77724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106984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106984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28232" y="106984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9912" y="106984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Lead/Scrum Master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314432" y="106984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135331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135331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28232" y="135331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39912" y="135331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314432" y="135331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163677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55080" y="163677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28232" y="163677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9912" y="163677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14432" y="163677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1920239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355080" y="19202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8232" y="19202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39912" y="19202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14432" y="19202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33172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624327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55080" y="2624327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28232" y="2624327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39912" y="2624327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14432" y="2624327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907791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55080" y="2907791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28232" y="2907791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39912" y="2907791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314432" y="2907791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55080" y="319125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319125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28232" y="319125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39912" y="319125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14432" y="319125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55080" y="347472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55080" y="347472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28232" y="347472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39912" y="347472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314432" y="347472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7200" y="5440680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200" y="54406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30352" y="5440680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Drew Rauvola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542032" y="5440680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Application Owner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16552" y="5440680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7200" y="5678424"/>
            <a:ext cx="5440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5678424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0352" y="5678424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Abby Hoolver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542032" y="5678424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Business Owner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416552" y="5678424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355080" y="3977639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55080" y="39776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28232" y="39776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39912" y="39776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314432" y="39776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4261103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55080" y="4261103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428232" y="4261103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39912" y="4261103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14432" y="4261103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55080" y="4800600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55080" y="480060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28232" y="4800600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Rislow Chad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39912" y="4800600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PA – Product Analyst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314432" y="4800600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55080" y="5038344"/>
            <a:ext cx="5440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355080" y="5038344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28232" y="5038344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Christopher Brown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39912" y="5038344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314432" y="5038344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355080" y="5276088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355080" y="5276088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428232" y="5276088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Kristen Dale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39912" y="5276088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314432" y="5276088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10972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377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008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008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4425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56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56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377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5008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425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056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056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29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377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8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008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425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056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056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5029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96012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71016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7101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7101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27101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81912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58191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158191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92808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189280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89280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189280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03704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0370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20370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Jira Access/Confluence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220370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14600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51460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5146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251460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25496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82549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282549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282549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136392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136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13639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600" y="313639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447288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4472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4728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344728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758184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7581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75818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4600" y="375818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069080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0690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06908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DL’s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406908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379976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3799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37997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MS teams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14600" y="437997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MS Teams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640080"/>
            <a:ext cx="51206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960120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12161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63640" y="12161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2161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12161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14447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63640" y="14447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14447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14447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6733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16733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16733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69480" y="16733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901952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63640" y="21579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21579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55080" y="21579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9480" y="21579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63640" y="23865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63640" y="23865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23865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69480" y="23865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6151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63640" y="26151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55080" y="26151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26151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2843784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0998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63640" y="30998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55080" y="30998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0998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63640" y="33284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63640" y="33284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3284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33284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35570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63640" y="35570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35570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69480" y="35570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63640" y="3785616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40416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63640" y="40416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40416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69480" y="40416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3640" y="42702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263640" y="42702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42702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69480" y="42702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63640" y="44988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63640" y="44988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355080" y="44988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269480" y="44988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47274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63640" y="47274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355080" y="47274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47274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63640" y="49560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63640" y="49560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355080" y="49560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269480" y="49560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36576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960120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960120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179576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435608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35608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655064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911095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1911095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130552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386584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2386584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606040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862072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62072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081528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4114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93392" y="38404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411480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8912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8912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93392" y="438912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6344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6344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66344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93392" y="466344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93776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93776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93776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93392" y="493776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1208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120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2120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93392" y="52120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640080"/>
            <a:ext cx="2651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4920" y="960120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74920" y="96012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57216" y="96012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96012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1307592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74920" y="130759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57216" y="130759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130759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74920" y="1655064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74920" y="165506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57216" y="165506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65506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4920" y="2002536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74920" y="200253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57216" y="200253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0253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4920" y="2350008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74920" y="235000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57216" y="235000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35000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74920" y="2697480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74920" y="269748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157216" y="269748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269748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4920" y="3044952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74920" y="30449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7216" y="304495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304495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4920" y="3392424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4920" y="339242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7216" y="339242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339242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74920" y="3739896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74920" y="373989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57216" y="373989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73989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4920" y="4087368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74920" y="408736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157216" y="408736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08736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4920" y="4434840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074920" y="443484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57216" y="443484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443484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12480" y="640080"/>
            <a:ext cx="2743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0" y="960120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41248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503920" y="96012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619488" y="96012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12480" y="1261872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412480" y="126187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03920" y="126187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Contracting Team 1 &amp; 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19488" y="126187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12480" y="1563624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12480" y="156362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03920" y="156362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19488" y="156362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0" y="1865376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12480" y="18653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03920" y="186537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619488" y="186537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12480" y="2167128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412480" y="216712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503920" y="216712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619488" y="216712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12480" y="2468880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412480" y="24688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503920" y="246888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619488" y="246888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Deepak C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12480" y="2770632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412480" y="277063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03920" y="277063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277063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12480" y="3072384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412480" y="30723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503920" y="307238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619488" y="307238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412480" y="3374136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412480" y="337413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503920" y="337413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619488" y="337413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12480" y="3675888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412480" y="36758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503920" y="367588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619488" y="367588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12480" y="3977640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412480" y="397764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03920" y="397764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619488" y="397764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412480" y="4279392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412480" y="4279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503920" y="427939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619488" y="427939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9200" y="2682240"/>
            <a:ext cx="3901440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